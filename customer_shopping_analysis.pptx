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3676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548640"/>
            <a:ext cx="1371600" cy="137160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54864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00000"/>
                </a:solidFill>
              </a:rPr>
              <a:t>🛍️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Shopping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Behavior Analysis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3840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kern="0" spc="300" dirty="0">
                <a:solidFill>
                  <a:srgbClr val="9D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 ·  Power BI  ·  Python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4297680"/>
            <a:ext cx="2651760" cy="594360"/>
          </a:xfrm>
          <a:prstGeom prst="roundRect">
            <a:avLst>
              <a:gd name="adj" fmla="val 1230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6217920" y="42976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Supritam Pal  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Overview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analytics project that explores how customers interact with products, shipping types, and subscriptions to help businesses make data-driven decisions.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214884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065A82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217627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👥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0040" y="26974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4,000+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0040" y="317296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Customers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214884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1C7293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00400" y="217627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200400" y="26974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$59.76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200400" y="317296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Purchase Amount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80760" y="214884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B45309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80760" y="217627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⭐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080760" y="26974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3.75 / 5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080760" y="317296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Review Rating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9319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Objectives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" y="4270248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and process raw retail data using SQL &amp; Python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interactive KPI dashboards in Power BI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revenue &amp; sales across product, age, and shipping dimensions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 &amp; Tools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F0F7FC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3258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🗄️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234440" y="129844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34440" y="16459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Extraction &amp; Cleaning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SQL queries to clean, filter, aggregate, and prepare raw data for analysis.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EFF8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46320" y="13258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🐍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623560" y="129844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623560" y="16459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&amp; Preprocessing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205740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Pandas for data wrangling and Matplotlib / Seaborn for exploratory charts.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017520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F0F7FC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" y="31546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1234440" y="312724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BI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234440" y="34747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Visualization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388620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interactive dashboards with KPI cards, bar charts, pie charts, and slicers.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3017520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EFF8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46320" y="31546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📄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5623560" y="312724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/ CSV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623560" y="34747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 Source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88620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with 3,900 rows covering purchase amounts, categories, age groups, and shipping.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Overview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customer_shopping_behavior.csv  —  ~3,900 records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29768" y="1664208"/>
            <a:ext cx="256032" cy="25603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27632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ID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201168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identifier for each shopper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0" y="155448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0128" y="1664208"/>
            <a:ext cx="256032" cy="25603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0" y="1627632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/ Gender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10128" y="201168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 segmentation attributes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80760" y="155448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90488" y="1664208"/>
            <a:ext cx="256032" cy="25603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1627632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Purchased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90488" y="201168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product bought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26517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29768" y="2761488"/>
            <a:ext cx="256032" cy="25603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2724912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" y="310896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Clothing, Footwear, Accessories, etc.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0" y="26517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310128" y="2761488"/>
            <a:ext cx="256032" cy="25603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0" y="2724912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Amount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10128" y="310896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value in USD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080760" y="26517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90488" y="2761488"/>
            <a:ext cx="256032" cy="25603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7" name="Text 25"/>
          <p:cNvSpPr/>
          <p:nvPr/>
        </p:nvSpPr>
        <p:spPr>
          <a:xfrm>
            <a:off x="6537960" y="2724912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Status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90488" y="310896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customer has a subscription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374904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29768" y="3858768"/>
            <a:ext cx="256032" cy="25603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3822192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Type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29768" y="420624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Express, 2-Day, etc.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00400" y="374904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310128" y="3858768"/>
            <a:ext cx="256032" cy="25603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3657600" y="3822192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Rating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310128" y="420624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satisfaction score (1–5)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080760" y="374904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190488" y="3858768"/>
            <a:ext cx="256032" cy="25603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9" name="Text 37"/>
          <p:cNvSpPr/>
          <p:nvPr/>
        </p:nvSpPr>
        <p:spPr>
          <a:xfrm>
            <a:off x="6537960" y="3822192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 / Location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190488" y="420624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and geographic context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— Data Extraction &amp; Cleaning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114800" cy="3474720"/>
          </a:xfrm>
          <a:prstGeom prst="roundRect">
            <a:avLst>
              <a:gd name="adj" fmla="val 2632"/>
            </a:avLst>
          </a:prstGeom>
          <a:solidFill>
            <a:srgbClr val="F0F7F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Queries Performed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581912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category (Clothing → highest)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volume by age group segmentation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purchase per subscription status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preference distribution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Top-rated vs low-rated product categories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09160" y="1097280"/>
            <a:ext cx="4114800" cy="3474720"/>
          </a:xfrm>
          <a:prstGeom prst="roundRect">
            <a:avLst>
              <a:gd name="adj" fmla="val 2632"/>
            </a:avLst>
          </a:prstGeom>
          <a:solidFill>
            <a:srgbClr val="1A2B3C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0" y="118872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SQL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794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category,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SUM(purchase_amount) AS revenue,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COUNT(*) AS orders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shopping_data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category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revenue DESC;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3429000"/>
            <a:ext cx="3657600" cy="822960"/>
          </a:xfrm>
          <a:prstGeom prst="roundRect">
            <a:avLst>
              <a:gd name="adj" fmla="val 7778"/>
            </a:avLst>
          </a:prstGeom>
          <a:solidFill>
            <a:srgbClr val="0D3349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347472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Clothing: $104K    ✔  Footwear: $61K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D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Accessories: $73K   ✔  Outerwear: $35K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scripts available in customer_shopping_behavior.sql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6B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— EDA &amp; Preprocessing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594360" cy="594360"/>
          </a:xfrm>
          <a:prstGeom prst="ellipse">
            <a:avLst/>
          </a:prstGeom>
          <a:solidFill>
            <a:srgbClr val="1A6B4A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1430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97280" y="1143000"/>
            <a:ext cx="75895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blurRad="50800" dist="127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34440" y="11795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Loading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435608"/>
            <a:ext cx="7269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CSV into Pandas DataFrame, inspect shape, dtypes and null counts.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65760" y="1901952"/>
            <a:ext cx="594360" cy="594360"/>
          </a:xfrm>
          <a:prstGeom prst="ellipse">
            <a:avLst/>
          </a:prstGeom>
          <a:solidFill>
            <a:srgbClr val="1A6B4A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90195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97280" y="1901952"/>
            <a:ext cx="75895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blurRad="50800" dist="127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234440" y="19385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194560"/>
            <a:ext cx="7269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missing values, fix data types, remove duplicates and outliers.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660904"/>
            <a:ext cx="594360" cy="594360"/>
          </a:xfrm>
          <a:prstGeom prst="ellipse">
            <a:avLst/>
          </a:prstGeom>
          <a:solidFill>
            <a:srgbClr val="1A6B4A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660904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097280" y="2660904"/>
            <a:ext cx="75895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blurRad="50800" dist="127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234440" y="2697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34440" y="2953512"/>
            <a:ext cx="7269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Age Group bins (Teen, Young Adult, Working Age, Mature Adult).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65760" y="3419856"/>
            <a:ext cx="594360" cy="594360"/>
          </a:xfrm>
          <a:prstGeom prst="ellipse">
            <a:avLst/>
          </a:prstGeom>
          <a:solidFill>
            <a:srgbClr val="1A6B4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419856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97280" y="3419856"/>
            <a:ext cx="75895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blurRad="50800" dist="127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234440" y="34564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Charts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34440" y="3712464"/>
            <a:ext cx="7269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plots, box plots, correlation heatmaps using Matplotlib.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4178808"/>
            <a:ext cx="594360" cy="594360"/>
          </a:xfrm>
          <a:prstGeom prst="ellipse">
            <a:avLst/>
          </a:prstGeom>
          <a:solidFill>
            <a:srgbClr val="1A6B4A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417880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97280" y="4178808"/>
            <a:ext cx="75895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blurRad="50800" dist="127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234440" y="42153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34440" y="4471416"/>
            <a:ext cx="7269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clean data to CSV for import into SQL and Power BI.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7B2D8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BI — Interactive Dashboard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F5EFFF"/>
          </a:solidFill>
          <a:ln/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25272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📌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29768" y="180136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B2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9768" y="2130552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Customers · Avg Purchase · Avg Rating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0" y="1143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F5EFFF"/>
          </a:solidFill>
          <a:ln/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0" y="125272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310128" y="180136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B2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Category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10128" y="2130552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chart: Clothing leads with highest revenue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80760" y="1143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F5EFFF"/>
          </a:solidFill>
          <a:ln/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80760" y="125272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👤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190488" y="180136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B2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Group Revenue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90488" y="2130552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Age &amp; Mature Adults drive most sales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29718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FFF0F5"/>
          </a:solidFill>
          <a:ln/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0040" y="308152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🔔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29768" y="363016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B2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Split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9768" y="3959352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Pie: Non-subscribers still form majority buyers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00400" y="29718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FFF0F5"/>
          </a:solidFill>
          <a:ln/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200400" y="308152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🚚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3310128" y="363016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B2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Preference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310128" y="3959352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Shipping &amp; 2-Day Shipping most popular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80760" y="29718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FFF0F5"/>
          </a:solidFill>
          <a:ln/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080760" y="308152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🔍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6190488" y="363016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B2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/ Slicers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190488" y="3959352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· Category · Shipping Type filters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available at: customer_shopping_behavior.pbix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143000"/>
            <a:ext cx="4069080" cy="1600200"/>
          </a:xfrm>
          <a:prstGeom prst="roundRect">
            <a:avLst>
              <a:gd name="adj" fmla="val 5714"/>
            </a:avLst>
          </a:prstGeom>
          <a:solidFill>
            <a:srgbClr val="1C7293">
              <a:alpha val="6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344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</a:rPr>
              <a:t>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34440" y="125272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Clothing Dominates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9659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Clothing generates the highest sales volume and revenue across all product categories.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00600" y="1143000"/>
            <a:ext cx="4069080" cy="1600200"/>
          </a:xfrm>
          <a:prstGeom prst="roundRect">
            <a:avLst>
              <a:gd name="adj" fmla="val 5714"/>
            </a:avLst>
          </a:prstGeom>
          <a:solidFill>
            <a:srgbClr val="1C7293">
              <a:alpha val="6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2344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</a:rPr>
              <a:t>🧑‍💼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669280" y="125272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Mature Adults Drive Revenue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37760" y="19659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Age and Mature Adult groups contribute the lion's share of total purchase value.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926080"/>
            <a:ext cx="4069080" cy="1600200"/>
          </a:xfrm>
          <a:prstGeom prst="roundRect">
            <a:avLst>
              <a:gd name="adj" fmla="val 5714"/>
            </a:avLst>
          </a:prstGeom>
          <a:solidFill>
            <a:srgbClr val="1C7293">
              <a:alpha val="65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017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</a:rPr>
              <a:t>📦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234440" y="303580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Shipping Wins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37490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Shipping and 2-Day Shipping are the two most preferred delivery methods by customers.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00600" y="2926080"/>
            <a:ext cx="4069080" cy="1600200"/>
          </a:xfrm>
          <a:prstGeom prst="roundRect">
            <a:avLst>
              <a:gd name="adj" fmla="val 5714"/>
            </a:avLst>
          </a:prstGeom>
          <a:solidFill>
            <a:srgbClr val="1C7293">
              <a:alpha val="65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937760" y="3017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</a:rPr>
              <a:t>🔕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669280" y="303580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Non-Subscribers Dominate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37490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Despite subscription programs, non-subscribed customers still account for the majority of buyers.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Improvements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84124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216152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📈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234440" y="12070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 Forecasting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1527048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Time Series (ARIMA / Prophet) models to predict future sales trends by category and season.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103120"/>
            <a:ext cx="84124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2176272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234440" y="21671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Segmentation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2487168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K-Means or DBSCAN clustering to identify distinct customer personas for targeted marketing.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3063240"/>
            <a:ext cx="84124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" y="3136392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☁️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234440" y="31272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Deployment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3447288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Power BI dashboard to Power BI Service with scheduled data refresh and access control.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4023360"/>
            <a:ext cx="84124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4096512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🔁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234440" y="4087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Automation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4407408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automated ETL pipeline (Airflow / cron) so the dashboard updates with fresh data daily.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457200"/>
            <a:ext cx="2743200" cy="274320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200400" y="6400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0" dirty="0">
                <a:solidFill>
                  <a:srgbClr val="000000"/>
                </a:solidFill>
              </a:rPr>
              <a:t>🛍️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914400" y="26060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34747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100" dirty="0">
                <a:solidFill>
                  <a:srgbClr val="9D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Shopping Behavior Analysis  ·  SQL + Power BI + Python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4023360"/>
            <a:ext cx="4572000" cy="822960"/>
          </a:xfrm>
          <a:prstGeom prst="roundRect">
            <a:avLst>
              <a:gd name="adj" fmla="val 11111"/>
            </a:avLst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402336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github.com/Supritam-Pal   </a:t>
            </a: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LinkedIn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714</Words>
  <Application>Microsoft Office PowerPoint</Application>
  <PresentationFormat>On-screen Show (16:9)</PresentationFormat>
  <Paragraphs>150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Shopping Behavior Analysis</dc:title>
  <dc:subject>PptxGenJS Presentation</dc:subject>
  <dc:creator>Supritam Pal</dc:creator>
  <cp:lastModifiedBy>MYPC</cp:lastModifiedBy>
  <cp:revision>2</cp:revision>
  <dcterms:created xsi:type="dcterms:W3CDTF">2026-06-12T12:27:20Z</dcterms:created>
  <dcterms:modified xsi:type="dcterms:W3CDTF">2026-06-12T12:31:16Z</dcterms:modified>
</cp:coreProperties>
</file>