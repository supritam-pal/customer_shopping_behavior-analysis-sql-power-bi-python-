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3676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pritam-Pal/customer_shopping_behavior-analysis-SQL-POWER-BI-PYTHON-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548640"/>
            <a:ext cx="1371600" cy="13716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5486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🛍️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Shopping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 Analysis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3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 ·  Power BI  ·  Python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4297680"/>
            <a:ext cx="2651760" cy="594360"/>
          </a:xfrm>
          <a:prstGeom prst="roundRect">
            <a:avLst>
              <a:gd name="adj" fmla="val 1230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6217920" y="42976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Supritam Pal  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analytics project that explores how customers interact with products, shipping types, and subscriptions to help businesses make data-driven decisions.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214884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21762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👥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4,000+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31729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214884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21762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$59.76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00400" y="31729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Purchase Amount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214884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B45309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21762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⭐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08076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3.75 / 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80760" y="31729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 Rating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Objectives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427024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process raw retail data using SQL &amp; Python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interactive KPI dashboards in Power BI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revenue &amp; sales across product, age, and shipping dimensions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Tools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0F7F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🗄️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234440" y="12984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 &amp; Cleaning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SQL queries to clean, filter, aggregate, and prepare raw data for analysis.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EFF8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325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🐍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623560" y="12984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623560" y="1645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Preprocessing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Pandas for data wrangling and Matplotlib / Seaborn for exploratory charts.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0F7F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154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234440" y="31272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34440" y="34747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Visualization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8862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interactive dashboards with KPI cards, bar charts, pie charts, and slicers.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0175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EFF8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46320" y="3154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📄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623560" y="31272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/ CSV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23560" y="34747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Source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8862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with 3,900 rows covering purchase amounts, categories, age groups, and shipping.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customer_shopping_behavior.csv  —  ~3,900 records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29768" y="166420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2763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20116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for each shopper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0128" y="166420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62763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/ Gender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0128" y="20116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segmentation attributes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15544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90488" y="166420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62763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Purchased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90488" y="20116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product bought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651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9768" y="276148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72491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10896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Clothing, Footwear, Accessories, etc.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0" y="2651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10128" y="276148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272491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Amount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10128" y="310896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value in USD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80760" y="2651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90488" y="276148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6537960" y="272491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Status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90488" y="310896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customer has a subscription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7490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9768" y="385876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82219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Type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9768" y="42062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Express, 2-Day, etc.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0" y="37490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310128" y="385876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0" y="382219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Rating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310128" y="42062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score (1–5)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80760" y="37490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90488" y="385876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382219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/ Location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90488" y="42062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and geographic context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— Data Extraction &amp; Cleaning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0F7F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 Performed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81912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category (Clothing → highest)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volume by age group segmentation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purchase per subscription status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preference distribution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Top-rated vs low-rated product categories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09728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1A2B3C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1887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SQL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94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category,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SUM(purchase_amount) AS revenue,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AS orders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shopping_data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category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revenue DESC;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3429000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0D3349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347472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Clothing: $104K    ✔  Footwear: $61K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Accessories: $73K   ✔  Outerwear: $35K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scripts available in customer_shopping_behavior.sql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6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— EDA &amp;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430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97280" y="114300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1179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435608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CSV into Pandas DataFrame, inspect shape, dtypes and null counts.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1901952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9019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0" y="1901952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34440" y="1938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194560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missing values, fix data types, remove duplicates and outliers.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660904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66090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2660904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23444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2953512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Age Group bins (Teen, Young Adult, Working Age, Mature Adult).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3419856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419856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97280" y="3419856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2344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Charts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3712464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plots, box plots, correlation heatmaps using Matplotlib.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4178808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41788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97280" y="4178808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234440" y="42153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34440" y="4471416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clean data to CSV for import into SQL and Power BI.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7B2D8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 — Interactive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5EFFF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527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29768" y="18013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" y="21305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 · Avg Purchase · Avg Rating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143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5EFFF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2527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10128" y="18013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Category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10128" y="21305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chart: Clothing leads with highest revenue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1143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5EFFF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80760" y="12527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👤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90488" y="18013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 Revenue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90488" y="21305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Age &amp; Mature Adults drive most sales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9718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0F5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30815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29768" y="36301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Split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" y="39593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Pie: Non-subscribers still form majority buyers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0" y="29718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0F5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0" y="30815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🚚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310128" y="36301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Preference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10128" y="39593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Shipping &amp; 2-Day Shipping most popular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29718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0F5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80760" y="30815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🔍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190488" y="36301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/ Slicers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90488" y="39593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· Category · Shipping Type filters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available at: customer_shopping_behavior.pbix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14300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125272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Clothing Dominates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generates the highest sales volume and revenue across all product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14300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234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🧑‍💼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669280" y="125272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Mature Adults Drive Revenue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965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Age and Mature Adult groups contribute the lion's share of total purchase value.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234440" y="303580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Shipping Wins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Shipping and 2-Day Shipping are the two most preferred delivery methods by customers.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9260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🔕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669280" y="303580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Non-Subscribers Dominate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subscription programs, non-subscribed customers still account for the majority of buyers.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1615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Forecasting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2704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Time Series (ARIMA / Prophet) models to predict future sales trends by category and season.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17627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234440" y="2167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Segmentation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48716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K-Means or DBSCAN clustering to identify distinct customer personas for targeted marketing.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13639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34440" y="31272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Deployment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344728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Power BI dashboard to Power BI Service with scheduled data refresh and access control.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402336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409651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🔁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23444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Automation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440740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ETL pipeline (Airflow / cron) so the dashboard updates with fresh data daily.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200400" y="6400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0" dirty="0">
                <a:solidFill>
                  <a:srgbClr val="000000"/>
                </a:solidFill>
              </a:rPr>
              <a:t>🛍️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1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Shopping Behavior Analysis  ·  SQL + Power BI + Python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4023360"/>
            <a:ext cx="457200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40233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r>
              <a:rPr lang="en-US" sz="1300" dirty="0">
                <a:solidFill>
                  <a:srgbClr val="FFFFFF"/>
                </a:solidFill>
                <a:highlight>
                  <a:srgbClr val="00FFFF"/>
                </a:highlight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github.com/Supritam-Pal   </a:t>
            </a:r>
            <a:r>
              <a:rPr lang="en-US" sz="1300" b="1" dirty="0">
                <a:solidFill>
                  <a:srgbClr val="F4A261"/>
                </a:solidFill>
                <a:highlight>
                  <a:srgbClr val="00FFFF"/>
                </a:highlight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 </a:t>
            </a: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714</Words>
  <Application>Microsoft Office PowerPoint</Application>
  <PresentationFormat>On-screen Show (16:9)</PresentationFormat>
  <Paragraphs>150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Shopping Behavior Analysis</dc:title>
  <dc:subject>PptxGenJS Presentation</dc:subject>
  <dc:creator>Supritam Pal</dc:creator>
  <cp:lastModifiedBy>MYPC</cp:lastModifiedBy>
  <cp:revision>3</cp:revision>
  <dcterms:created xsi:type="dcterms:W3CDTF">2026-06-12T12:27:20Z</dcterms:created>
  <dcterms:modified xsi:type="dcterms:W3CDTF">2026-06-12T12:36:44Z</dcterms:modified>
</cp:coreProperties>
</file>