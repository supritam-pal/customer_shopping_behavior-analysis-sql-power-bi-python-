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67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pritam-Pal/customer_shopping_behavior-analysis-SQL-POWER-BI-PYTHON-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548640"/>
            <a:ext cx="1371600" cy="13716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🛍️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300" dirty="0">
                <a:solidFill>
                  <a:srgbClr val="9D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Power BI  ·  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42976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217920" y="4297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Supritam Pal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that explores how customers interact with products, shipping types, and subscriptions to help businesses make data-driven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2148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762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148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1762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B45309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1762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3172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2702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process raw retail data using SQL &amp; Python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KPI dashboards in Power BI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 &amp; sales across product, age, and shipping dimensions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0F7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Cleaning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SQL queries to clean, filter, aggregate, and prepare raw data for analysis.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FF8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2356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Preprocessing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Pandas for data wrangling and Matplotlib / Seaborn for exploratory charts.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0F7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34440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3474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interactive dashboards with KPI cards, bar charts, pie charts, and slicers.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FF8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23560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/ CSV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23560" y="3474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with 3,900 rows covering purchase amounts, categories, age groups, and shipping.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customer_shopping_behavior.csv  —  ~3,900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66420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276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shopper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66420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276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011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segmentation attributes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0488" y="166420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276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2011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product bought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27614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7249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108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Footwear, Accessories, etc.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7614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7249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108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in USD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651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0488" y="27614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7249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3108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customer has a subscription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385876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2219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" y="42062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Express, 2-Day, etc.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749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0128" y="385876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0" y="382219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42062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 (1–5)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3749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0488" y="385876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82219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Location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0488" y="420624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geographic context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Data Extraction &amp;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0F7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 Performed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8191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(Clothing → highest)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age group segmentation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per subscription status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preference distribution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vs low-rated product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2B3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SUM(purchase_amount) AS revenue,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orders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shopping_data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category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429000"/>
            <a:ext cx="3657600" cy="822960"/>
          </a:xfrm>
          <a:prstGeom prst="roundRect">
            <a:avLst>
              <a:gd name="adj" fmla="val 7778"/>
            </a:avLst>
          </a:prstGeom>
          <a:solidFill>
            <a:srgbClr val="0D334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474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Clothing: $104K    ✔  Footwear: $61K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Accessories: $73K   ✔  Outerwear: $35K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available in customer_shopping_behavior.sql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EDA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94360" cy="59436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179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into Pandas DataFrame, inspect shape, dtypes and null counts.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594360" cy="59436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019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1901952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fix data types, remove duplicates and outliers.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594360" cy="59436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60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2660904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3444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95351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 Group bins (Teen, Young Adult, Working Age, Mature Adult).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594360" cy="59436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198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3419856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444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71246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plots, box plots, correlation heatmaps using Matplotlib.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594360" cy="594360"/>
          </a:xfrm>
          <a:prstGeom prst="ellipse">
            <a:avLst/>
          </a:prstGeom>
          <a:solidFill>
            <a:srgbClr val="1A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178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4178808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34440" y="4215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47141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clean data to CSV for import into SQL and Power BI.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EFFF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9768" y="18013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21305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· Avg Purchase · Avg Rating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EFFF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10128" y="18013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1305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Clothing leads with highest revenue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5EFFF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90488" y="18013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21305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Age &amp; Mature Adults drive most sales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0F5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" y="36301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9593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Non-subscribers still form majority buyers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0F5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🚚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10128" y="36301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Preference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9593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&amp; 2-Day Shipping most popular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0F5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90488" y="36301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395935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Category · Shipping Type filters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available at: customer_shopping_behavior.pbix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1252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Dominates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the highest sales volume and revenue across all product categories.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2527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 Adults Drive Revenue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Age and Mature Adult groups contribute the lion's share of total purchase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4440" y="30358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Shipping Wins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and 2-Day Shipping are the two most preferred delivery methods by customers.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🔕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0" y="30358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Non-Subscribers Dominate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subscription programs, non-subscribed customers still account for the majority of buyers.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1615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270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Time Series (ARIMA / Prophet) models to predict future sales trends by category and season.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762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8716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or DBSCAN clustering to identify distinct customer personas for targeted marketing.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3639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44728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Power BI dashboard to Power BI Service with scheduled data refresh and access control.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09651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Automation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4074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ETL pipeline (Airflow / cron) so the dashboard updates with fresh data daily.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6400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🛍️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9D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SQL + Power BI + 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402336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>
                <a:solidFill>
                  <a:srgbClr val="FFFFFF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</a:t>
            </a:r>
            <a:r>
              <a:rPr lang="en-US" sz="1300" dirty="0" err="1">
                <a:solidFill>
                  <a:srgbClr val="FFFFFF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Supritam</a:t>
            </a:r>
            <a:r>
              <a:rPr lang="en-US" sz="1300" dirty="0">
                <a:solidFill>
                  <a:srgbClr val="FFFFFF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-Pal</a:t>
            </a:r>
            <a:r>
              <a:rPr lang="en-US" sz="1300" dirty="0">
                <a:solidFill>
                  <a:srgbClr val="FFFFFF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  </a:t>
            </a:r>
            <a:r>
              <a:rPr lang="en-US" sz="1300" b="1" dirty="0">
                <a:solidFill>
                  <a:srgbClr val="F4A261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713</Words>
  <Application>Microsoft Office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Supritam Pal</dc:creator>
  <cp:lastModifiedBy>MYPC</cp:lastModifiedBy>
  <cp:revision>4</cp:revision>
  <dcterms:created xsi:type="dcterms:W3CDTF">2026-06-12T12:27:20Z</dcterms:created>
  <dcterms:modified xsi:type="dcterms:W3CDTF">2026-06-12T12:44:34Z</dcterms:modified>
</cp:coreProperties>
</file>